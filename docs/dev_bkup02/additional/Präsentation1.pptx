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9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E0B46-3EA9-41F9-A92C-152E6ADDFF8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AE0B7-F900-4033-AFE8-446AE24F24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669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0B7-F900-4033-AFE8-446AE24F24E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287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8106E-066E-7AF8-7FFE-4C782639F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852C4C-DCE1-E811-5579-268D33478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615953-B58B-CAA4-08D6-4B157C34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7D62FD-67D9-107D-3DC8-2B6D553B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116364-DE67-2045-16C8-2E84098C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9661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8FD71A-0BFC-BFB5-BC34-47F9F73A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027FBB-C892-12D0-F39C-C7CB50B75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2FE55A-E1F3-0E9C-E2B0-19B3282A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E8A02B-A725-D6B4-E5EC-43C7E19CC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58E382-0612-CA52-D22B-30E28E0C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035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B3C3E-809E-F5BE-6718-5BB032E88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443C94-F72C-C0DC-A384-D192A4648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0F4D85-4906-5685-03FB-D95061AD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56E354-D210-B2F9-4BAE-C2DED6B2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536B58-E010-8D3D-A919-6F5F13A3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5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F0FDD-232E-3D6A-8842-12138A5D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B2DB41-4FE4-DB4A-92FC-FEE27E6D2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384D78-76DB-B7D9-9EAC-7B86FA422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56DECE-918C-C470-AEA6-3033E266B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1D9ADE-BE44-152B-A525-EC67D2FA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F364E2-BAAB-82D5-B158-B8AA591A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06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A0A25-DD7A-2138-9301-A494B480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4F8EC2-6252-CE70-A027-BD51F8745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505AEE-F611-F6FD-5646-93834D649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F41D43-DBD6-3869-A978-E6535DEA7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F11756A-0D3C-FA6E-6A61-C166A951B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2061406-F442-5E39-97E5-405806EB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34F53D-8006-D10E-6C58-EAC7CA10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7413561-795F-869C-1073-521DBD9B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99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3651-1A43-5C1D-8AF1-F26C5FF3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9232EC-F215-4838-EC92-3C742EA3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DA374A-7F86-35C8-ADAB-BCB49A87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0E8371-EF0B-FB3A-2A13-0E8D629C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2746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174650-EAC5-8FD4-A7DA-E07CE477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C7070-56AA-2024-4069-0E8F61FC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BCB625-CF4D-D350-B8EE-EDA29E79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53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A61441-DAA5-EA26-18B6-B3187420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DF6171-57EB-5C1C-CF60-691524791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0D0CA1-8472-A769-5399-D9476B130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E1CF4D-A25B-5B10-504A-D464D6BA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3ACEC7-4844-F792-2FA5-8C063420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0431B2-7051-9120-45A8-F7833C73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536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6F4AE-EB04-B812-B78C-C5A2BB16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0351660-0D3A-8F6F-8426-426A27406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CEFA07-7EDE-A97A-30A3-CF19F1DE7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F98478-5B12-C2C6-CAE6-638AB356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D1C17B-E267-6D2E-7ED4-42FB7AB6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5A4276-57A9-CE4A-1700-117B9240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831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6CB2A-4D9F-EF36-E91D-70B69DF3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545382-6160-A20E-C6E8-95498A471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EB8B17-13A1-1A41-301E-7BBED7C5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4B549D-F1A6-8E3A-9378-8CE094C2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37A7E6-6F58-722E-F7AA-FCB65918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44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D013357-6358-A67F-1F5B-FE5E8A31D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5CA40A-9209-945F-D66E-FCD9BB0EC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3D57C7-8DF9-0B16-68A5-A9E7BF7F9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1F3496-CDF1-34FB-BC9C-D5412B04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72312E-2F02-A5FA-1FB0-7CB047FA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39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A04D0A-84A2-4C6A-9BA0-20E80843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CBE28E-F817-FE2D-8F34-E636F37E8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605D32-348F-DBA2-5BC8-265BFFF11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5E765-4E9E-4A6A-B83C-71FD3D0A7000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320F0E-971F-6DF7-9431-C11FB82DE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93F3C7-3F23-98C0-CE50-F03CD8D41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D569C-442B-4A45-AB2E-1D2D8007CB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79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33BC684-EF34-F7D5-6E65-32B0D2449C9C}"/>
              </a:ext>
            </a:extLst>
          </p:cNvPr>
          <p:cNvSpPr/>
          <p:nvPr/>
        </p:nvSpPr>
        <p:spPr>
          <a:xfrm>
            <a:off x="38754" y="831272"/>
            <a:ext cx="1888935" cy="3574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Sprint </a:t>
            </a:r>
            <a:r>
              <a:rPr lang="de-DE" dirty="0" err="1"/>
              <a:t>planning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22A4888-4B70-C039-3F3E-7F6B7BF353A8}"/>
              </a:ext>
            </a:extLst>
          </p:cNvPr>
          <p:cNvSpPr/>
          <p:nvPr/>
        </p:nvSpPr>
        <p:spPr>
          <a:xfrm>
            <a:off x="2072413" y="831272"/>
            <a:ext cx="1888935" cy="3574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Sprint </a:t>
            </a:r>
            <a:r>
              <a:rPr lang="de-DE" dirty="0" err="1"/>
              <a:t>start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6AF775-2729-FFC4-6BE0-66D8874F9C70}"/>
              </a:ext>
            </a:extLst>
          </p:cNvPr>
          <p:cNvSpPr/>
          <p:nvPr/>
        </p:nvSpPr>
        <p:spPr>
          <a:xfrm>
            <a:off x="4182351" y="831272"/>
            <a:ext cx="1888935" cy="3574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Implementation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AD1D960-9B1A-9D25-6C72-1DB2F6194EAC}"/>
              </a:ext>
            </a:extLst>
          </p:cNvPr>
          <p:cNvSpPr/>
          <p:nvPr/>
        </p:nvSpPr>
        <p:spPr>
          <a:xfrm>
            <a:off x="8236824" y="831270"/>
            <a:ext cx="1888935" cy="3574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Sprint end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CC85349-2432-6F65-7CD6-C4ED83089B57}"/>
              </a:ext>
            </a:extLst>
          </p:cNvPr>
          <p:cNvSpPr/>
          <p:nvPr/>
        </p:nvSpPr>
        <p:spPr>
          <a:xfrm>
            <a:off x="10264311" y="831269"/>
            <a:ext cx="1888935" cy="3574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Inter</a:t>
            </a:r>
            <a:r>
              <a:rPr lang="de-DE" dirty="0"/>
              <a:t> </a:t>
            </a:r>
            <a:r>
              <a:rPr lang="de-DE" dirty="0" err="1"/>
              <a:t>sprint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3430D3C-9E2E-5E65-6F49-8A9E41B2BB21}"/>
              </a:ext>
            </a:extLst>
          </p:cNvPr>
          <p:cNvSpPr/>
          <p:nvPr/>
        </p:nvSpPr>
        <p:spPr>
          <a:xfrm>
            <a:off x="2072413" y="1638299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Read / </a:t>
            </a:r>
            <a:r>
              <a:rPr lang="de-DE" dirty="0" err="1"/>
              <a:t>verify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241F3BC-5D3E-8E85-FBF9-30F1DF28206A}"/>
              </a:ext>
            </a:extLst>
          </p:cNvPr>
          <p:cNvSpPr/>
          <p:nvPr/>
        </p:nvSpPr>
        <p:spPr>
          <a:xfrm>
            <a:off x="2072413" y="2189832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Branch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76CA44F-AE8D-55C4-2570-46B2D483D8C4}"/>
              </a:ext>
            </a:extLst>
          </p:cNvPr>
          <p:cNvSpPr/>
          <p:nvPr/>
        </p:nvSpPr>
        <p:spPr>
          <a:xfrm>
            <a:off x="8236824" y="2147209"/>
            <a:ext cx="1888935" cy="35744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Full</a:t>
            </a:r>
            <a:r>
              <a:rPr lang="de-DE" dirty="0"/>
              <a:t> CI </a:t>
            </a:r>
            <a:r>
              <a:rPr lang="de-DE" dirty="0" err="1"/>
              <a:t>gate</a:t>
            </a:r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9CB3002-0A0A-E626-2E9F-9CC80629A276}"/>
              </a:ext>
            </a:extLst>
          </p:cNvPr>
          <p:cNvSpPr/>
          <p:nvPr/>
        </p:nvSpPr>
        <p:spPr>
          <a:xfrm>
            <a:off x="8236824" y="2698742"/>
            <a:ext cx="1888935" cy="357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082618D-E017-413C-600E-A883B67253D1}"/>
              </a:ext>
            </a:extLst>
          </p:cNvPr>
          <p:cNvSpPr/>
          <p:nvPr/>
        </p:nvSpPr>
        <p:spPr>
          <a:xfrm>
            <a:off x="4182351" y="1638299"/>
            <a:ext cx="1888935" cy="3574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Implement AF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8EBC6F4-659B-32DB-B398-0DDDB547FB2D}"/>
              </a:ext>
            </a:extLst>
          </p:cNvPr>
          <p:cNvSpPr/>
          <p:nvPr/>
        </p:nvSpPr>
        <p:spPr>
          <a:xfrm>
            <a:off x="4182351" y="2189832"/>
            <a:ext cx="1888935" cy="35744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Targeted</a:t>
            </a:r>
            <a:r>
              <a:rPr lang="de-DE" dirty="0"/>
              <a:t> CI </a:t>
            </a:r>
            <a:r>
              <a:rPr lang="de-DE" dirty="0" err="1"/>
              <a:t>gate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6BFCE85-473E-3B38-3C79-ED6460C2541D}"/>
              </a:ext>
            </a:extLst>
          </p:cNvPr>
          <p:cNvSpPr/>
          <p:nvPr/>
        </p:nvSpPr>
        <p:spPr>
          <a:xfrm>
            <a:off x="8236824" y="3250275"/>
            <a:ext cx="1888935" cy="357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Merge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45C2075-84D2-97F1-5D50-820644CB3829}"/>
              </a:ext>
            </a:extLst>
          </p:cNvPr>
          <p:cNvSpPr/>
          <p:nvPr/>
        </p:nvSpPr>
        <p:spPr>
          <a:xfrm>
            <a:off x="8236824" y="1615948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Finalize</a:t>
            </a:r>
            <a:r>
              <a:rPr lang="de-DE" dirty="0"/>
              <a:t> </a:t>
            </a:r>
            <a:r>
              <a:rPr lang="de-DE" dirty="0" err="1"/>
              <a:t>docs</a:t>
            </a:r>
            <a:endParaRPr lang="de-DE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1FD1455-C207-17D9-82F8-445AD1D441F8}"/>
              </a:ext>
            </a:extLst>
          </p:cNvPr>
          <p:cNvSpPr/>
          <p:nvPr/>
        </p:nvSpPr>
        <p:spPr>
          <a:xfrm>
            <a:off x="6166150" y="831269"/>
            <a:ext cx="1888935" cy="3574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Review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D3F31BC-ACB7-3C04-250F-8F12DDB616FC}"/>
              </a:ext>
            </a:extLst>
          </p:cNvPr>
          <p:cNvSpPr/>
          <p:nvPr/>
        </p:nvSpPr>
        <p:spPr>
          <a:xfrm>
            <a:off x="6166150" y="2698742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Decision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3DC7673-8449-04EB-9ED7-9EAEAF902499}"/>
              </a:ext>
            </a:extLst>
          </p:cNvPr>
          <p:cNvSpPr/>
          <p:nvPr/>
        </p:nvSpPr>
        <p:spPr>
          <a:xfrm>
            <a:off x="6166149" y="2157345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testing</a:t>
            </a:r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BD82292-06C9-0F81-A5FB-66A6FC36E233}"/>
              </a:ext>
            </a:extLst>
          </p:cNvPr>
          <p:cNvSpPr/>
          <p:nvPr/>
        </p:nvSpPr>
        <p:spPr>
          <a:xfrm>
            <a:off x="6166150" y="1615949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Run review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D05FD94-A774-228E-B191-9DF2AC8AB2A9}"/>
              </a:ext>
            </a:extLst>
          </p:cNvPr>
          <p:cNvSpPr/>
          <p:nvPr/>
        </p:nvSpPr>
        <p:spPr>
          <a:xfrm>
            <a:off x="6166149" y="3240138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Quick fixes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337BDC6-D00D-029E-ECD8-7B57BB4DEBCF}"/>
              </a:ext>
            </a:extLst>
          </p:cNvPr>
          <p:cNvSpPr/>
          <p:nvPr/>
        </p:nvSpPr>
        <p:spPr>
          <a:xfrm>
            <a:off x="3016880" y="1794671"/>
            <a:ext cx="511397" cy="5113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G1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5186626-AC1E-74BD-E461-60F96D042260}"/>
              </a:ext>
            </a:extLst>
          </p:cNvPr>
          <p:cNvSpPr/>
          <p:nvPr/>
        </p:nvSpPr>
        <p:spPr>
          <a:xfrm>
            <a:off x="3537735" y="1802819"/>
            <a:ext cx="511397" cy="5113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G2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15AA161-AA6E-217A-4573-0A2284A8C0D1}"/>
              </a:ext>
            </a:extLst>
          </p:cNvPr>
          <p:cNvSpPr/>
          <p:nvPr/>
        </p:nvSpPr>
        <p:spPr>
          <a:xfrm>
            <a:off x="4182351" y="2698742"/>
            <a:ext cx="1888935" cy="357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Commit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04111783-0D01-BF14-B5DC-4613CEF978D2}"/>
              </a:ext>
            </a:extLst>
          </p:cNvPr>
          <p:cNvSpPr/>
          <p:nvPr/>
        </p:nvSpPr>
        <p:spPr>
          <a:xfrm>
            <a:off x="5584605" y="1283274"/>
            <a:ext cx="511397" cy="5113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G3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E9C71EE-0038-1047-51EA-9F38858A5AB1}"/>
              </a:ext>
            </a:extLst>
          </p:cNvPr>
          <p:cNvSpPr/>
          <p:nvPr/>
        </p:nvSpPr>
        <p:spPr>
          <a:xfrm>
            <a:off x="5607320" y="2366068"/>
            <a:ext cx="511397" cy="5113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G4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73A90EF7-C4B5-5CDA-A55F-344CEB4CFF45}"/>
              </a:ext>
            </a:extLst>
          </p:cNvPr>
          <p:cNvSpPr/>
          <p:nvPr/>
        </p:nvSpPr>
        <p:spPr>
          <a:xfrm>
            <a:off x="9752914" y="2800490"/>
            <a:ext cx="511397" cy="5113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G5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CE750AB1-32C1-B583-DDD2-C28CC61EC095}"/>
              </a:ext>
            </a:extLst>
          </p:cNvPr>
          <p:cNvSpPr/>
          <p:nvPr/>
        </p:nvSpPr>
        <p:spPr>
          <a:xfrm>
            <a:off x="7656402" y="2621766"/>
            <a:ext cx="511397" cy="5113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Gx</a:t>
            </a:r>
            <a:endParaRPr lang="de-DE" sz="1100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5F8F75D-76ED-2357-4F61-D1EC2F99C58F}"/>
              </a:ext>
            </a:extLst>
          </p:cNvPr>
          <p:cNvSpPr/>
          <p:nvPr/>
        </p:nvSpPr>
        <p:spPr>
          <a:xfrm>
            <a:off x="10264310" y="1615947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Clean </a:t>
            </a:r>
            <a:r>
              <a:rPr lang="de-DE" dirty="0" err="1"/>
              <a:t>up</a:t>
            </a:r>
            <a:endParaRPr lang="de-DE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0C3D86A-ED38-BF04-232E-0BAD315397C2}"/>
              </a:ext>
            </a:extLst>
          </p:cNvPr>
          <p:cNvSpPr/>
          <p:nvPr/>
        </p:nvSpPr>
        <p:spPr>
          <a:xfrm>
            <a:off x="10264309" y="2135492"/>
            <a:ext cx="1888935" cy="3574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AF </a:t>
            </a:r>
            <a:r>
              <a:rPr lang="de-DE" dirty="0" err="1"/>
              <a:t>creation</a:t>
            </a:r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57A6C9B-B342-B1E4-891D-084B4BDF54B0}"/>
              </a:ext>
            </a:extLst>
          </p:cNvPr>
          <p:cNvSpPr/>
          <p:nvPr/>
        </p:nvSpPr>
        <p:spPr>
          <a:xfrm>
            <a:off x="38754" y="2721817"/>
            <a:ext cx="1888935" cy="357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Commit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4161F9C-C305-2B2E-9E77-8BD55A154003}"/>
              </a:ext>
            </a:extLst>
          </p:cNvPr>
          <p:cNvSpPr/>
          <p:nvPr/>
        </p:nvSpPr>
        <p:spPr>
          <a:xfrm>
            <a:off x="38753" y="2180420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Sprint </a:t>
            </a:r>
            <a:r>
              <a:rPr lang="de-DE" dirty="0" err="1"/>
              <a:t>docs</a:t>
            </a:r>
            <a:endParaRPr lang="de-DE" dirty="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724673E-C667-11F1-47F7-56CBF075DCE1}"/>
              </a:ext>
            </a:extLst>
          </p:cNvPr>
          <p:cNvSpPr/>
          <p:nvPr/>
        </p:nvSpPr>
        <p:spPr>
          <a:xfrm>
            <a:off x="38754" y="1639024"/>
            <a:ext cx="1888935" cy="357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Scoping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284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Breitbild</PresentationFormat>
  <Paragraphs>31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Voges</dc:creator>
  <cp:lastModifiedBy>Kai Voges</cp:lastModifiedBy>
  <cp:revision>1</cp:revision>
  <dcterms:created xsi:type="dcterms:W3CDTF">2026-04-13T04:47:12Z</dcterms:created>
  <dcterms:modified xsi:type="dcterms:W3CDTF">2026-04-13T05:19:05Z</dcterms:modified>
</cp:coreProperties>
</file>